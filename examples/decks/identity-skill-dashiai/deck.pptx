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这一页先给出项目定位。Identity Skill 不是普通的一键建站工具，它的核心承诺是先用参考图锁定设计，再把个人网站按图高保真复刻出来。这里要强调三点：第一，设计在代码前面；第二，用户在关键节点确认；第三，它主要面向 Codex 的 Skill 工作流。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第二页讲问题。README 的原意很明确：如果 Agent 直接开始写代码，用户看不到设计过程，只能等它做完以后再判断好不好看。Identity Skill 把这件事反过来，先让最强的图片模型负责视觉参考，再让实现阶段只做复刻，从源头降低返工。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第三页把项目的流程讲清楚。五步分别是内容与风格锁定、参考图锁定、素材拆分清单、素材生成评审、高保真复刻与 QA。这里最关键的是每一步都有产物，不是口头说说；前四步还有确认关卡，用户可以在风险最大的节点拍板。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第四页强调这个 Skill 的交互设计。它不是为了多问问题，而是把风险前置。尤其是 hard stop 规则：素材拆分清单没有确认、素材没有准备好、复刻简报没有接受之前，不允许创建或编辑 HTML、CSS、JS、React 文件。这个机制能防止 Agent 自己把流程坍缩成一次随意搭建。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第五页讲安装和依赖。README 给出的安装命令是 npx skills add Sac-Y/identity-skill。装好后直接在 Codex 里描述需求即可触发。图像生成优先使用 imagegen-frontend-web，没有则读内置适配版或输出提示词；前端实现优先 frontend-app-builder，没有则用内置中文翻译版；素材拆分则内置 reference-asset-splitter。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最后收束到一句话：Identity Skill 的价值是把个人网站生产变成可确认的流程，而不是让 Agent 凭感觉直接写。README 的未来计划包括补上其他 Agent 的使用示例、接入 Image 2 之外的模型 API、加入交互动效、扩展更多风格预设，并继续打磨整体设计流程。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553096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2553096"/>
            <a:ext cx="702131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OVERVIEW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822960" y="3069161"/>
            <a:ext cx="2915260" cy="827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314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Identity</a:t>
            </a:r>
            <a:endParaRPr lang="en-US" sz="4920" dirty="0"/>
          </a:p>
        </p:txBody>
      </p:sp>
      <p:sp>
        <p:nvSpPr>
          <p:cNvPr id="8" name="Text 5"/>
          <p:cNvSpPr/>
          <p:nvPr/>
        </p:nvSpPr>
        <p:spPr>
          <a:xfrm>
            <a:off x="822960" y="3743805"/>
            <a:ext cx="1884274" cy="827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314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</a:t>
            </a:r>
            <a:endParaRPr lang="en-US" sz="4920" dirty="0"/>
          </a:p>
        </p:txBody>
      </p:sp>
      <p:sp>
        <p:nvSpPr>
          <p:cNvPr id="9" name="Text 6"/>
          <p:cNvSpPr/>
          <p:nvPr/>
        </p:nvSpPr>
        <p:spPr>
          <a:xfrm>
            <a:off x="822960" y="4727484"/>
            <a:ext cx="4815870" cy="368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先出参考图，再做 1:1 个人网站复刻。</a:t>
            </a:r>
            <a:endParaRPr lang="en-US" sz="1920" dirty="0"/>
          </a:p>
        </p:txBody>
      </p:sp>
      <p:sp>
        <p:nvSpPr>
          <p:cNvPr id="10" name="Text 7"/>
          <p:cNvSpPr/>
          <p:nvPr/>
        </p:nvSpPr>
        <p:spPr>
          <a:xfrm>
            <a:off x="822960" y="5402092"/>
            <a:ext cx="15129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MIT License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2302276" y="5402092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2589215" y="5402092"/>
            <a:ext cx="14767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Codex Ready</a:t>
            </a:r>
            <a:endParaRPr lang="en-US" sz="1584" dirty="0"/>
          </a:p>
        </p:txBody>
      </p:sp>
      <p:sp>
        <p:nvSpPr>
          <p:cNvPr id="13" name="Text 10"/>
          <p:cNvSpPr/>
          <p:nvPr/>
        </p:nvSpPr>
        <p:spPr>
          <a:xfrm>
            <a:off x="4068623" y="5402092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</a:t>
            </a:r>
            <a:endParaRPr lang="en-US" sz="1584" dirty="0"/>
          </a:p>
        </p:txBody>
      </p:sp>
      <p:sp>
        <p:nvSpPr>
          <p:cNvPr id="14" name="Text 11"/>
          <p:cNvSpPr/>
          <p:nvPr/>
        </p:nvSpPr>
        <p:spPr>
          <a:xfrm>
            <a:off x="4355562" y="5402092"/>
            <a:ext cx="17018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Image 2 First</a:t>
            </a:r>
            <a:endParaRPr lang="en-US" sz="1584" dirty="0"/>
          </a:p>
        </p:txBody>
      </p:sp>
      <p:sp>
        <p:nvSpPr>
          <p:cNvPr id="15" name="Shape 12"/>
          <p:cNvSpPr/>
          <p:nvPr/>
        </p:nvSpPr>
        <p:spPr>
          <a:xfrm>
            <a:off x="8362462" y="670530"/>
            <a:ext cx="5444978" cy="1607790"/>
          </a:xfrm>
          <a:prstGeom prst="roundRect">
            <a:avLst>
              <a:gd name="adj" fmla="val 17305"/>
            </a:avLst>
          </a:prstGeom>
          <a:solidFill>
            <a:srgbClr val="07090B">
              <a:alpha val="8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8362462" y="670530"/>
            <a:ext cx="5444978" cy="160779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7" name="Text 13"/>
          <p:cNvSpPr/>
          <p:nvPr/>
        </p:nvSpPr>
        <p:spPr>
          <a:xfrm>
            <a:off x="8644372" y="1184101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840" b="1" spc="-96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840" dirty="0"/>
          </a:p>
        </p:txBody>
      </p:sp>
      <p:sp>
        <p:nvSpPr>
          <p:cNvPr id="18" name="Text 14"/>
          <p:cNvSpPr/>
          <p:nvPr/>
        </p:nvSpPr>
        <p:spPr>
          <a:xfrm>
            <a:off x="9528322" y="1186364"/>
            <a:ext cx="2468880" cy="305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89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参考图先行</a:t>
            </a:r>
            <a:endParaRPr lang="en-US" sz="1920" dirty="0"/>
          </a:p>
        </p:txBody>
      </p:sp>
      <p:sp>
        <p:nvSpPr>
          <p:cNvPr id="19" name="Text 15"/>
          <p:cNvSpPr/>
          <p:nvPr/>
        </p:nvSpPr>
        <p:spPr>
          <a:xfrm>
            <a:off x="9528322" y="1508303"/>
            <a:ext cx="2468880" cy="28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每个分区先出图，用户先过目</a:t>
            </a:r>
            <a:endParaRPr lang="en-US" sz="1440" dirty="0"/>
          </a:p>
        </p:txBody>
      </p:sp>
      <p:sp>
        <p:nvSpPr>
          <p:cNvPr id="20" name="Shape 16"/>
          <p:cNvSpPr/>
          <p:nvPr/>
        </p:nvSpPr>
        <p:spPr>
          <a:xfrm>
            <a:off x="8362462" y="2430750"/>
            <a:ext cx="5444978" cy="1607790"/>
          </a:xfrm>
          <a:prstGeom prst="roundRect">
            <a:avLst>
              <a:gd name="adj" fmla="val 17305"/>
            </a:avLst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62" y="2430750"/>
            <a:ext cx="5444978" cy="160779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sp>
        <p:nvSpPr>
          <p:cNvPr id="22" name="Text 17"/>
          <p:cNvSpPr/>
          <p:nvPr/>
        </p:nvSpPr>
        <p:spPr>
          <a:xfrm>
            <a:off x="8644372" y="2944321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840" b="1" spc="-96" kern="0" dirty="0">
                <a:solidFill>
                  <a:srgbClr val="A8F6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840" dirty="0"/>
          </a:p>
        </p:txBody>
      </p:sp>
      <p:sp>
        <p:nvSpPr>
          <p:cNvPr id="23" name="Text 18"/>
          <p:cNvSpPr/>
          <p:nvPr/>
        </p:nvSpPr>
        <p:spPr>
          <a:xfrm>
            <a:off x="9528322" y="2946584"/>
            <a:ext cx="2103120" cy="305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89"/>
              </a:lnSpc>
              <a:buNone/>
            </a:pPr>
            <a:r>
              <a:rPr lang="en-US" sz="192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高保真复刻</a:t>
            </a:r>
            <a:endParaRPr lang="en-US" sz="1920" dirty="0"/>
          </a:p>
        </p:txBody>
      </p:sp>
      <p:sp>
        <p:nvSpPr>
          <p:cNvPr id="24" name="Text 19"/>
          <p:cNvSpPr/>
          <p:nvPr/>
        </p:nvSpPr>
        <p:spPr>
          <a:xfrm>
            <a:off x="9528322" y="3268523"/>
            <a:ext cx="2103120" cy="28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实现阶段只负责照图还原</a:t>
            </a:r>
            <a:endParaRPr lang="en-US" sz="1440" dirty="0"/>
          </a:p>
        </p:txBody>
      </p:sp>
      <p:sp>
        <p:nvSpPr>
          <p:cNvPr id="25" name="Shape 20"/>
          <p:cNvSpPr/>
          <p:nvPr/>
        </p:nvSpPr>
        <p:spPr>
          <a:xfrm>
            <a:off x="8362462" y="2430750"/>
            <a:ext cx="5406847" cy="1569750"/>
          </a:xfrm>
          <a:prstGeom prst="roundRect">
            <a:avLst>
              <a:gd name="adj" fmla="val 17725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62462" y="4190970"/>
            <a:ext cx="5444978" cy="1607790"/>
          </a:xfrm>
          <a:prstGeom prst="roundRect">
            <a:avLst>
              <a:gd name="adj" fmla="val 17305"/>
            </a:avLst>
          </a:prstGeom>
          <a:solidFill>
            <a:srgbClr val="07090B">
              <a:alpha val="8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8362462" y="4190970"/>
            <a:ext cx="5444978" cy="160779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8" name="Text 22"/>
          <p:cNvSpPr/>
          <p:nvPr/>
        </p:nvSpPr>
        <p:spPr>
          <a:xfrm>
            <a:off x="8644372" y="4704541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840" b="1" spc="-96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840" dirty="0"/>
          </a:p>
        </p:txBody>
      </p:sp>
      <p:sp>
        <p:nvSpPr>
          <p:cNvPr id="29" name="Text 23"/>
          <p:cNvSpPr/>
          <p:nvPr/>
        </p:nvSpPr>
        <p:spPr>
          <a:xfrm>
            <a:off x="9528322" y="4706804"/>
            <a:ext cx="2286000" cy="305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89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阻塞式确认</a:t>
            </a:r>
            <a:endParaRPr lang="en-US" sz="1920" dirty="0"/>
          </a:p>
        </p:txBody>
      </p:sp>
      <p:sp>
        <p:nvSpPr>
          <p:cNvPr id="30" name="Text 24"/>
          <p:cNvSpPr/>
          <p:nvPr/>
        </p:nvSpPr>
        <p:spPr>
          <a:xfrm>
            <a:off x="9528322" y="5028743"/>
            <a:ext cx="2286000" cy="28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关键节点停下来让用户拍板</a:t>
            </a:r>
            <a:endParaRPr lang="en-US" sz="1440" dirty="0"/>
          </a:p>
        </p:txBody>
      </p:sp>
      <p:sp>
        <p:nvSpPr>
          <p:cNvPr id="31" name="Shape 25"/>
          <p:cNvSpPr/>
          <p:nvPr/>
        </p:nvSpPr>
        <p:spPr>
          <a:xfrm>
            <a:off x="8362462" y="5951190"/>
            <a:ext cx="5444978" cy="1607790"/>
          </a:xfrm>
          <a:prstGeom prst="roundRect">
            <a:avLst>
              <a:gd name="adj" fmla="val 17305"/>
            </a:avLst>
          </a:prstGeom>
          <a:solidFill>
            <a:srgbClr val="07090B">
              <a:alpha val="8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>
            <a:off x="8362462" y="5951190"/>
            <a:ext cx="5444978" cy="160779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8644372" y="6464761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840" b="1" spc="-96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840" dirty="0"/>
          </a:p>
        </p:txBody>
      </p:sp>
      <p:sp>
        <p:nvSpPr>
          <p:cNvPr id="34" name="Text 27"/>
          <p:cNvSpPr/>
          <p:nvPr/>
        </p:nvSpPr>
        <p:spPr>
          <a:xfrm>
            <a:off x="9528322" y="6465357"/>
            <a:ext cx="2390150" cy="305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89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Codex Ready</a:t>
            </a:r>
            <a:endParaRPr lang="en-US" sz="1920" dirty="0"/>
          </a:p>
        </p:txBody>
      </p:sp>
      <p:sp>
        <p:nvSpPr>
          <p:cNvPr id="35" name="Text 28"/>
          <p:cNvSpPr/>
          <p:nvPr/>
        </p:nvSpPr>
        <p:spPr>
          <a:xfrm>
            <a:off x="9528322" y="6788963"/>
            <a:ext cx="2390150" cy="28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 Codex 的个人网站流程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271956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IT MATTERS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76981"/>
            <a:ext cx="227923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76981"/>
            <a:ext cx="534010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74393"/>
            <a:ext cx="8657082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README 里指出，Agent 直接写网页时，用户通常看不到设计，只能等成品后返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15739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工。</a:t>
            </a:r>
            <a:endParaRPr lang="en-US" sz="1920" dirty="0"/>
          </a:p>
        </p:txBody>
      </p:sp>
      <p:sp>
        <p:nvSpPr>
          <p:cNvPr id="12" name="Shape 9"/>
          <p:cNvSpPr/>
          <p:nvPr/>
        </p:nvSpPr>
        <p:spPr>
          <a:xfrm>
            <a:off x="822960" y="2866827"/>
            <a:ext cx="4165549" cy="4692244"/>
          </a:xfrm>
          <a:prstGeom prst="roundRect">
            <a:avLst>
              <a:gd name="adj" fmla="val 6679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46000"/>
          </a:blip>
          <a:stretch>
            <a:fillRect/>
          </a:stretch>
        </p:blipFill>
        <p:spPr>
          <a:xfrm>
            <a:off x="822960" y="2866827"/>
            <a:ext cx="4165549" cy="4692244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3179186"/>
            <a:ext cx="426750" cy="426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30817" y="3179186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84" dirty="0"/>
          </a:p>
        </p:txBody>
      </p:sp>
      <p:sp>
        <p:nvSpPr>
          <p:cNvPr id="16" name="Text 11"/>
          <p:cNvSpPr/>
          <p:nvPr/>
        </p:nvSpPr>
        <p:spPr>
          <a:xfrm>
            <a:off x="1120140" y="3773546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痛点 01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1120140" y="4217322"/>
            <a:ext cx="3662629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设计不可见</a:t>
            </a:r>
            <a:endParaRPr lang="en-US" sz="1920" dirty="0"/>
          </a:p>
        </p:txBody>
      </p:sp>
      <p:sp>
        <p:nvSpPr>
          <p:cNvPr id="18" name="Text 13"/>
          <p:cNvSpPr/>
          <p:nvPr/>
        </p:nvSpPr>
        <p:spPr>
          <a:xfrm>
            <a:off x="1120140" y="4700199"/>
            <a:ext cx="35051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传统流程一上来写代码，用户无法提</a:t>
            </a:r>
            <a:endParaRPr lang="en-US" sz="1680" dirty="0"/>
          </a:p>
        </p:txBody>
      </p:sp>
      <p:sp>
        <p:nvSpPr>
          <p:cNvPr id="19" name="Text 14"/>
          <p:cNvSpPr/>
          <p:nvPr/>
        </p:nvSpPr>
        <p:spPr>
          <a:xfrm>
            <a:off x="1120140" y="5020239"/>
            <a:ext cx="17983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前判断页面长相。</a:t>
            </a:r>
            <a:endParaRPr lang="en-US" sz="1680" dirty="0"/>
          </a:p>
        </p:txBody>
      </p:sp>
      <p:sp>
        <p:nvSpPr>
          <p:cNvPr id="20" name="Shape 15"/>
          <p:cNvSpPr/>
          <p:nvPr/>
        </p:nvSpPr>
        <p:spPr>
          <a:xfrm>
            <a:off x="5232288" y="2866827"/>
            <a:ext cx="4165641" cy="4692244"/>
          </a:xfrm>
          <a:prstGeom prst="roundRect">
            <a:avLst>
              <a:gd name="adj" fmla="val 6679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288" y="2866827"/>
            <a:ext cx="4165641" cy="4692244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468" y="3179186"/>
            <a:ext cx="426750" cy="426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40236" y="3179186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AFFF4">
                    <a:alpha val="56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24" name="Text 17"/>
          <p:cNvSpPr/>
          <p:nvPr/>
        </p:nvSpPr>
        <p:spPr>
          <a:xfrm>
            <a:off x="5529468" y="3773546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痛点 02</a:t>
            </a:r>
            <a:endParaRPr lang="en-US" sz="1584" dirty="0"/>
          </a:p>
        </p:txBody>
      </p:sp>
      <p:sp>
        <p:nvSpPr>
          <p:cNvPr id="25" name="Text 18"/>
          <p:cNvSpPr/>
          <p:nvPr/>
        </p:nvSpPr>
        <p:spPr>
          <a:xfrm>
            <a:off x="5529468" y="4217322"/>
            <a:ext cx="3662721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审美不稳定</a:t>
            </a:r>
            <a:endParaRPr lang="en-US" sz="1920" dirty="0"/>
          </a:p>
        </p:txBody>
      </p:sp>
      <p:sp>
        <p:nvSpPr>
          <p:cNvPr id="26" name="Text 19"/>
          <p:cNvSpPr/>
          <p:nvPr/>
        </p:nvSpPr>
        <p:spPr>
          <a:xfrm>
            <a:off x="5529468" y="4700199"/>
            <a:ext cx="35436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的审美输出不稳定，做完再调</a:t>
            </a:r>
            <a:endParaRPr lang="en-US" sz="1680" dirty="0"/>
          </a:p>
        </p:txBody>
      </p:sp>
      <p:sp>
        <p:nvSpPr>
          <p:cNvPr id="27" name="Text 20"/>
          <p:cNvSpPr/>
          <p:nvPr/>
        </p:nvSpPr>
        <p:spPr>
          <a:xfrm>
            <a:off x="5529468" y="5020239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会很费时间。</a:t>
            </a:r>
            <a:endParaRPr lang="en-US" sz="1680" dirty="0"/>
          </a:p>
        </p:txBody>
      </p:sp>
      <p:sp>
        <p:nvSpPr>
          <p:cNvPr id="28" name="Shape 21"/>
          <p:cNvSpPr/>
          <p:nvPr/>
        </p:nvSpPr>
        <p:spPr>
          <a:xfrm>
            <a:off x="5232288" y="2866827"/>
            <a:ext cx="4127510" cy="4654113"/>
          </a:xfrm>
          <a:prstGeom prst="roundRect">
            <a:avLst>
              <a:gd name="adj" fmla="val 6741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641799" y="2866827"/>
            <a:ext cx="4165641" cy="4692244"/>
          </a:xfrm>
          <a:prstGeom prst="roundRect">
            <a:avLst>
              <a:gd name="adj" fmla="val 6679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>
            <a:off x="9641799" y="2866827"/>
            <a:ext cx="4165641" cy="4692244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8979" y="3179186"/>
            <a:ext cx="426750" cy="4267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249747" y="3179186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33" name="Text 24"/>
          <p:cNvSpPr/>
          <p:nvPr/>
        </p:nvSpPr>
        <p:spPr>
          <a:xfrm>
            <a:off x="9938979" y="3773546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痛点 03</a:t>
            </a:r>
            <a:endParaRPr lang="en-US" sz="1584" dirty="0"/>
          </a:p>
        </p:txBody>
      </p:sp>
      <p:sp>
        <p:nvSpPr>
          <p:cNvPr id="34" name="Text 25"/>
          <p:cNvSpPr/>
          <p:nvPr/>
        </p:nvSpPr>
        <p:spPr>
          <a:xfrm>
            <a:off x="9938979" y="4217322"/>
            <a:ext cx="3662721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返工成本高</a:t>
            </a:r>
            <a:endParaRPr lang="en-US" sz="1920" dirty="0"/>
          </a:p>
        </p:txBody>
      </p:sp>
      <p:sp>
        <p:nvSpPr>
          <p:cNvPr id="35" name="Text 26"/>
          <p:cNvSpPr/>
          <p:nvPr/>
        </p:nvSpPr>
        <p:spPr>
          <a:xfrm>
            <a:off x="9938979" y="4700199"/>
            <a:ext cx="35051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布局、素材、代码边界没锁定，后面</a:t>
            </a:r>
            <a:endParaRPr lang="en-US" sz="1680" dirty="0"/>
          </a:p>
        </p:txBody>
      </p:sp>
      <p:sp>
        <p:nvSpPr>
          <p:cNvPr id="36" name="Text 27"/>
          <p:cNvSpPr/>
          <p:nvPr/>
        </p:nvSpPr>
        <p:spPr>
          <a:xfrm>
            <a:off x="9938979" y="5020239"/>
            <a:ext cx="11582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越改越散。</a:t>
            </a: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35688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FIVE-STEP WORKFLOW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76981"/>
            <a:ext cx="227923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五步工作流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76981"/>
            <a:ext cx="966521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940265"/>
            <a:ext cx="235988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从想法到可上线网站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822960" y="2164568"/>
            <a:ext cx="157276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9000" b="1" spc="-200" kern="0" dirty="0">
                <a:solidFill>
                  <a:srgbClr val="2FE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9000" dirty="0"/>
          </a:p>
        </p:txBody>
      </p:sp>
      <p:sp>
        <p:nvSpPr>
          <p:cNvPr id="12" name="Text 9"/>
          <p:cNvSpPr/>
          <p:nvPr/>
        </p:nvSpPr>
        <p:spPr>
          <a:xfrm>
            <a:off x="2255550" y="2871627"/>
            <a:ext cx="32918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6339810"/>
            <a:ext cx="19964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每一步都有明确产物，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6652260"/>
            <a:ext cx="19964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前四步设置确认关卡，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964710"/>
            <a:ext cx="16154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避免做完整个错的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7277070"/>
            <a:ext cx="6629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网站。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2181667" y="479511"/>
            <a:ext cx="7927757" cy="46927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93790" y="254891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720" dirty="0"/>
          </a:p>
        </p:txBody>
      </p:sp>
      <p:sp>
        <p:nvSpPr>
          <p:cNvPr id="19" name="Text 15"/>
          <p:cNvSpPr/>
          <p:nvPr/>
        </p:nvSpPr>
        <p:spPr>
          <a:xfrm>
            <a:off x="5093940" y="253890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内容与风格锁定</a:t>
            </a:r>
            <a:endParaRPr lang="en-US" sz="1980" dirty="0"/>
          </a:p>
        </p:txBody>
      </p:sp>
      <p:sp>
        <p:nvSpPr>
          <p:cNvPr id="20" name="Text 16"/>
          <p:cNvSpPr/>
          <p:nvPr/>
        </p:nvSpPr>
        <p:spPr>
          <a:xfrm>
            <a:off x="5093940" y="2869570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读材料，定站点形态和视觉方向</a:t>
            </a:r>
            <a:endParaRPr lang="en-US" sz="144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20" y="224485"/>
            <a:ext cx="7545080" cy="52028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254891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720" dirty="0"/>
          </a:p>
        </p:txBody>
      </p:sp>
      <p:sp>
        <p:nvSpPr>
          <p:cNvPr id="23" name="Text 18"/>
          <p:cNvSpPr/>
          <p:nvPr/>
        </p:nvSpPr>
        <p:spPr>
          <a:xfrm>
            <a:off x="10252710" y="253890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参考图锁定</a:t>
            </a:r>
            <a:endParaRPr lang="en-US" sz="1980" dirty="0"/>
          </a:p>
        </p:txBody>
      </p:sp>
      <p:sp>
        <p:nvSpPr>
          <p:cNvPr id="24" name="Text 19"/>
          <p:cNvSpPr/>
          <p:nvPr/>
        </p:nvSpPr>
        <p:spPr>
          <a:xfrm>
            <a:off x="10252710" y="2869570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每个分区出横向参考图并审查</a:t>
            </a:r>
            <a:endParaRPr lang="en-US" sz="144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2181667" y="2403226"/>
            <a:ext cx="7927757" cy="469270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93790" y="4472626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720" dirty="0"/>
          </a:p>
        </p:txBody>
      </p:sp>
      <p:sp>
        <p:nvSpPr>
          <p:cNvPr id="27" name="Text 21"/>
          <p:cNvSpPr/>
          <p:nvPr/>
        </p:nvSpPr>
        <p:spPr>
          <a:xfrm>
            <a:off x="5093940" y="446262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素材拆分清单</a:t>
            </a:r>
            <a:endParaRPr lang="en-US" sz="1980" dirty="0"/>
          </a:p>
        </p:txBody>
      </p:sp>
      <p:sp>
        <p:nvSpPr>
          <p:cNvPr id="28" name="Text 22"/>
          <p:cNvSpPr/>
          <p:nvPr/>
        </p:nvSpPr>
        <p:spPr>
          <a:xfrm>
            <a:off x="5093940" y="4793193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决定哪些代码做，哪些要出素材</a:t>
            </a:r>
            <a:endParaRPr lang="en-US" sz="144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7340346" y="2403226"/>
            <a:ext cx="7290054" cy="469270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4472626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720" dirty="0"/>
          </a:p>
        </p:txBody>
      </p:sp>
      <p:sp>
        <p:nvSpPr>
          <p:cNvPr id="31" name="Text 24"/>
          <p:cNvSpPr/>
          <p:nvPr/>
        </p:nvSpPr>
        <p:spPr>
          <a:xfrm>
            <a:off x="10252710" y="446262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素材生成评审</a:t>
            </a:r>
            <a:endParaRPr lang="en-US" sz="1980" dirty="0"/>
          </a:p>
        </p:txBody>
      </p:sp>
      <p:sp>
        <p:nvSpPr>
          <p:cNvPr id="32" name="Text 25"/>
          <p:cNvSpPr/>
          <p:nvPr/>
        </p:nvSpPr>
        <p:spPr>
          <a:xfrm>
            <a:off x="10252710" y="4793193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只生成已批准素材并逐一检查</a:t>
            </a:r>
            <a:endParaRPr lang="en-US" sz="144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>
            <a:alphaModFix amt="84000"/>
          </a:blip>
          <a:stretch>
            <a:fillRect/>
          </a:stretch>
        </p:blipFill>
        <p:spPr>
          <a:xfrm>
            <a:off x="2181667" y="4326941"/>
            <a:ext cx="7927757" cy="390265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93790" y="639634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720" dirty="0"/>
          </a:p>
        </p:txBody>
      </p:sp>
      <p:sp>
        <p:nvSpPr>
          <p:cNvPr id="35" name="Text 27"/>
          <p:cNvSpPr/>
          <p:nvPr/>
        </p:nvSpPr>
        <p:spPr>
          <a:xfrm>
            <a:off x="5093940" y="638633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复刻与 QA</a:t>
            </a:r>
            <a:endParaRPr lang="en-US" sz="1980" dirty="0"/>
          </a:p>
        </p:txBody>
      </p:sp>
      <p:sp>
        <p:nvSpPr>
          <p:cNvPr id="36" name="Text 28"/>
          <p:cNvSpPr/>
          <p:nvPr/>
        </p:nvSpPr>
        <p:spPr>
          <a:xfrm>
            <a:off x="5093940" y="671690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按图实现，并用 DOM 数字对账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358696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INTERACTION DESIGN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76981"/>
            <a:ext cx="2716774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交互不是装饰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76981"/>
            <a:ext cx="1404061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是刹车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2296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46837"/>
            <a:ext cx="2377440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确认简报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16930"/>
            <a:ext cx="23774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先锁内容、形态、风格，不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4420" y="3702680"/>
            <a:ext cx="10439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直接出图。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55151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17" name="Shape 13"/>
          <p:cNvSpPr/>
          <p:nvPr/>
        </p:nvSpPr>
        <p:spPr>
          <a:xfrm>
            <a:off x="422151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22151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447297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760" dirty="0"/>
          </a:p>
        </p:txBody>
      </p:sp>
      <p:sp>
        <p:nvSpPr>
          <p:cNvPr id="20" name="Text 15"/>
          <p:cNvSpPr/>
          <p:nvPr/>
        </p:nvSpPr>
        <p:spPr>
          <a:xfrm>
            <a:off x="4472970" y="2946837"/>
            <a:ext cx="2377440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确认参考图</a:t>
            </a:r>
            <a:endParaRPr lang="en-US" sz="2160" dirty="0"/>
          </a:p>
        </p:txBody>
      </p:sp>
      <p:sp>
        <p:nvSpPr>
          <p:cNvPr id="21" name="Text 16"/>
          <p:cNvSpPr/>
          <p:nvPr/>
        </p:nvSpPr>
        <p:spPr>
          <a:xfrm>
            <a:off x="4472970" y="3416930"/>
            <a:ext cx="23774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通过一致性和单调性审查后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2970" y="3702680"/>
            <a:ext cx="8534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才继续。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47590" y="455151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24" name="Shape 19"/>
          <p:cNvSpPr/>
          <p:nvPr/>
        </p:nvSpPr>
        <p:spPr>
          <a:xfrm>
            <a:off x="761997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787143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1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760" dirty="0"/>
          </a:p>
        </p:txBody>
      </p:sp>
      <p:sp>
        <p:nvSpPr>
          <p:cNvPr id="27" name="Text 21"/>
          <p:cNvSpPr/>
          <p:nvPr/>
        </p:nvSpPr>
        <p:spPr>
          <a:xfrm>
            <a:off x="7871430" y="2946837"/>
            <a:ext cx="2377440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A8F6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确认拆分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7871430" y="3416930"/>
            <a:ext cx="23774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素材边界没确认前，不生成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871430" y="3702680"/>
            <a:ext cx="6629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素材。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619970" y="1955444"/>
            <a:ext cx="2750790" cy="5565496"/>
          </a:xfrm>
          <a:prstGeom prst="roundRect">
            <a:avLst>
              <a:gd name="adj" fmla="val 10115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546050" y="455151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32" name="Shape 26"/>
          <p:cNvSpPr/>
          <p:nvPr/>
        </p:nvSpPr>
        <p:spPr>
          <a:xfrm>
            <a:off x="1101852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01852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4" name="Text 27"/>
          <p:cNvSpPr/>
          <p:nvPr/>
        </p:nvSpPr>
        <p:spPr>
          <a:xfrm>
            <a:off x="1126998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760" dirty="0"/>
          </a:p>
        </p:txBody>
      </p:sp>
      <p:sp>
        <p:nvSpPr>
          <p:cNvPr id="35" name="Text 28"/>
          <p:cNvSpPr/>
          <p:nvPr/>
        </p:nvSpPr>
        <p:spPr>
          <a:xfrm>
            <a:off x="11269980" y="2946837"/>
            <a:ext cx="2377440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确认素材</a:t>
            </a:r>
            <a:endParaRPr lang="en-US" sz="2160" dirty="0"/>
          </a:p>
        </p:txBody>
      </p:sp>
      <p:sp>
        <p:nvSpPr>
          <p:cNvPr id="36" name="Text 29"/>
          <p:cNvSpPr/>
          <p:nvPr/>
        </p:nvSpPr>
        <p:spPr>
          <a:xfrm>
            <a:off x="11269980" y="3416930"/>
            <a:ext cx="23774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素材与复刻简报接受后，才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1269980" y="3702680"/>
            <a:ext cx="12344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开始写代码。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31029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INSTALL &amp; COMPAT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76981"/>
            <a:ext cx="184169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使用方式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76981"/>
            <a:ext cx="966521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很轻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28892"/>
            <a:ext cx="94853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装一个 Skill，就带齐参考图、前端实现和素材拆分的最低契约。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83950" y="2573853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能力</a:t>
            </a:r>
            <a:endParaRPr lang="en-US" sz="158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57" y="2296790"/>
            <a:ext cx="2360798" cy="6885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4965" y="2529962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2FE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安装</a:t>
            </a:r>
            <a:endParaRPr lang="en-US" sz="1920" dirty="0"/>
          </a:p>
        </p:txBody>
      </p:sp>
      <p:sp>
        <p:nvSpPr>
          <p:cNvPr id="14" name="Text 10"/>
          <p:cNvSpPr/>
          <p:nvPr/>
        </p:nvSpPr>
        <p:spPr>
          <a:xfrm>
            <a:off x="7615672" y="2529962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</a:t>
            </a:r>
            <a:endParaRPr lang="en-US" sz="1920" dirty="0"/>
          </a:p>
        </p:txBody>
      </p:sp>
      <p:sp>
        <p:nvSpPr>
          <p:cNvPr id="15" name="Text 11"/>
          <p:cNvSpPr/>
          <p:nvPr/>
        </p:nvSpPr>
        <p:spPr>
          <a:xfrm>
            <a:off x="9976561" y="2529962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</a:t>
            </a:r>
            <a:endParaRPr lang="en-US" sz="1920" dirty="0"/>
          </a:p>
        </p:txBody>
      </p:sp>
      <p:sp>
        <p:nvSpPr>
          <p:cNvPr id="16" name="Text 12"/>
          <p:cNvSpPr/>
          <p:nvPr/>
        </p:nvSpPr>
        <p:spPr>
          <a:xfrm>
            <a:off x="12337359" y="2529962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拆分</a:t>
            </a:r>
            <a:endParaRPr lang="en-US" sz="1920" dirty="0"/>
          </a:p>
        </p:txBody>
      </p:sp>
      <p:sp>
        <p:nvSpPr>
          <p:cNvPr id="17" name="Shape 13"/>
          <p:cNvSpPr/>
          <p:nvPr/>
        </p:nvSpPr>
        <p:spPr>
          <a:xfrm>
            <a:off x="822960" y="2985333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2985333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3950" y="3203966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60" dirty="0"/>
          </a:p>
        </p:txBody>
      </p:sp>
      <p:sp>
        <p:nvSpPr>
          <p:cNvPr id="20" name="Text 16"/>
          <p:cNvSpPr/>
          <p:nvPr/>
        </p:nvSpPr>
        <p:spPr>
          <a:xfrm>
            <a:off x="1325880" y="3198023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入口命令</a:t>
            </a:r>
            <a:endParaRPr lang="en-US" sz="1680" dirty="0"/>
          </a:p>
        </p:txBody>
      </p:sp>
      <p:sp>
        <p:nvSpPr>
          <p:cNvPr id="21" name="Shape 17"/>
          <p:cNvSpPr/>
          <p:nvPr/>
        </p:nvSpPr>
        <p:spPr>
          <a:xfrm>
            <a:off x="4364157" y="2985333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64157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46405" y="3135386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57322" y="3135386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4863" y="2985333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24863" y="2985333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07112" y="3135386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818120" y="3135386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085753" y="2985333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085753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068001" y="3135386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79009" y="3135386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1446551" y="2985333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446551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428799" y="3135386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2539807" y="3135386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822960" y="3674059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2960" y="3674059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3950" y="3892509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60" dirty="0"/>
          </a:p>
        </p:txBody>
      </p:sp>
      <p:sp>
        <p:nvSpPr>
          <p:cNvPr id="40" name="Text 36"/>
          <p:cNvSpPr/>
          <p:nvPr/>
        </p:nvSpPr>
        <p:spPr>
          <a:xfrm>
            <a:off x="1325880" y="3886566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目标平台</a:t>
            </a:r>
            <a:endParaRPr lang="en-US" sz="1680" dirty="0"/>
          </a:p>
        </p:txBody>
      </p:sp>
      <p:sp>
        <p:nvSpPr>
          <p:cNvPr id="41" name="Shape 37"/>
          <p:cNvSpPr/>
          <p:nvPr/>
        </p:nvSpPr>
        <p:spPr>
          <a:xfrm>
            <a:off x="4364157" y="3674059"/>
            <a:ext cx="2360798" cy="688543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64157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346405" y="3823929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57322" y="3823929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6724863" y="3674059"/>
            <a:ext cx="2360889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724863" y="3674059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707112" y="3823929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818120" y="3823929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9085753" y="3674059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085753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0068001" y="3823929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0179009" y="3823929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53" name="Shape 49"/>
          <p:cNvSpPr/>
          <p:nvPr/>
        </p:nvSpPr>
        <p:spPr>
          <a:xfrm>
            <a:off x="11446551" y="3674059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1446551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428799" y="3823929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2539807" y="3823929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822960" y="4362602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22960" y="4362602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83950" y="458114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60" dirty="0"/>
          </a:p>
        </p:txBody>
      </p:sp>
      <p:sp>
        <p:nvSpPr>
          <p:cNvPr id="60" name="Text 56"/>
          <p:cNvSpPr/>
          <p:nvPr/>
        </p:nvSpPr>
        <p:spPr>
          <a:xfrm>
            <a:off x="1325880" y="4575200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确认关卡</a:t>
            </a:r>
            <a:endParaRPr lang="en-US" sz="1680" dirty="0"/>
          </a:p>
        </p:txBody>
      </p:sp>
      <p:sp>
        <p:nvSpPr>
          <p:cNvPr id="61" name="Shape 57"/>
          <p:cNvSpPr/>
          <p:nvPr/>
        </p:nvSpPr>
        <p:spPr>
          <a:xfrm>
            <a:off x="4364157" y="4362602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364157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346405" y="4512564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457322" y="4512564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6724863" y="4362602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724863" y="4362602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707112" y="4512564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818120" y="4512564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9085753" y="4362602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9085753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068001" y="4512564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179009" y="4512564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73" name="Shape 69"/>
          <p:cNvSpPr/>
          <p:nvPr/>
        </p:nvSpPr>
        <p:spPr>
          <a:xfrm>
            <a:off x="11446551" y="4362602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1446551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2428799" y="4512564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2539807" y="4512564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77" name="Shape 73"/>
          <p:cNvSpPr/>
          <p:nvPr/>
        </p:nvSpPr>
        <p:spPr>
          <a:xfrm>
            <a:off x="822960" y="5051237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22960" y="5051237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883950" y="5269687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60" dirty="0"/>
          </a:p>
        </p:txBody>
      </p:sp>
      <p:sp>
        <p:nvSpPr>
          <p:cNvPr id="80" name="Text 76"/>
          <p:cNvSpPr/>
          <p:nvPr/>
        </p:nvSpPr>
        <p:spPr>
          <a:xfrm>
            <a:off x="1325880" y="5263744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兜底方案</a:t>
            </a:r>
            <a:endParaRPr lang="en-US" sz="1680" dirty="0"/>
          </a:p>
        </p:txBody>
      </p:sp>
      <p:sp>
        <p:nvSpPr>
          <p:cNvPr id="81" name="Shape 77"/>
          <p:cNvSpPr/>
          <p:nvPr/>
        </p:nvSpPr>
        <p:spPr>
          <a:xfrm>
            <a:off x="4364157" y="5051237"/>
            <a:ext cx="2360798" cy="688543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4364157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5346405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5457322" y="5201107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85" name="Shape 81"/>
          <p:cNvSpPr/>
          <p:nvPr/>
        </p:nvSpPr>
        <p:spPr>
          <a:xfrm>
            <a:off x="6724863" y="5051237"/>
            <a:ext cx="2360889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724863" y="5051237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7707112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818120" y="5201107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89" name="Shape 85"/>
          <p:cNvSpPr/>
          <p:nvPr/>
        </p:nvSpPr>
        <p:spPr>
          <a:xfrm>
            <a:off x="9085753" y="5051237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9085753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0068001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10179009" y="5201107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93" name="Shape 89"/>
          <p:cNvSpPr/>
          <p:nvPr/>
        </p:nvSpPr>
        <p:spPr>
          <a:xfrm>
            <a:off x="11446551" y="5051237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11446551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2428799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2539807" y="5201107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97" name="Shape 93"/>
          <p:cNvSpPr/>
          <p:nvPr/>
        </p:nvSpPr>
        <p:spPr>
          <a:xfrm>
            <a:off x="822960" y="5739780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22960" y="5739780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883950" y="5958322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560" dirty="0"/>
          </a:p>
        </p:txBody>
      </p:sp>
      <p:sp>
        <p:nvSpPr>
          <p:cNvPr id="100" name="Text 96"/>
          <p:cNvSpPr/>
          <p:nvPr/>
        </p:nvSpPr>
        <p:spPr>
          <a:xfrm>
            <a:off x="1325880" y="5952378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输出目标</a:t>
            </a:r>
            <a:endParaRPr lang="en-US" sz="1680" dirty="0"/>
          </a:p>
        </p:txBody>
      </p:sp>
      <p:sp>
        <p:nvSpPr>
          <p:cNvPr id="101" name="Shape 97"/>
          <p:cNvSpPr/>
          <p:nvPr/>
        </p:nvSpPr>
        <p:spPr>
          <a:xfrm>
            <a:off x="4364157" y="5739780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364157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5346405" y="588974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5457322" y="5889742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05" name="Shape 101"/>
          <p:cNvSpPr/>
          <p:nvPr/>
        </p:nvSpPr>
        <p:spPr>
          <a:xfrm>
            <a:off x="6724863" y="5739780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724863" y="5739780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7707112" y="588974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7818120" y="5889742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09" name="Shape 105"/>
          <p:cNvSpPr/>
          <p:nvPr/>
        </p:nvSpPr>
        <p:spPr>
          <a:xfrm>
            <a:off x="9085753" y="5739780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9085753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10068001" y="588974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10179009" y="5889742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13" name="Shape 109"/>
          <p:cNvSpPr/>
          <p:nvPr/>
        </p:nvSpPr>
        <p:spPr>
          <a:xfrm>
            <a:off x="11446551" y="5739780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446551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2428799" y="588974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12539807" y="5889742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17" name="Shape 113"/>
          <p:cNvSpPr/>
          <p:nvPr/>
        </p:nvSpPr>
        <p:spPr>
          <a:xfrm>
            <a:off x="822960" y="6428415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822960" y="6428415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883950" y="6646865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560" dirty="0"/>
          </a:p>
        </p:txBody>
      </p:sp>
      <p:sp>
        <p:nvSpPr>
          <p:cNvPr id="120" name="Text 116"/>
          <p:cNvSpPr/>
          <p:nvPr/>
        </p:nvSpPr>
        <p:spPr>
          <a:xfrm>
            <a:off x="1325880" y="6640921"/>
            <a:ext cx="7315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许可证</a:t>
            </a:r>
            <a:endParaRPr lang="en-US" sz="1680" dirty="0"/>
          </a:p>
        </p:txBody>
      </p:sp>
      <p:pic>
        <p:nvPicPr>
          <p:cNvPr id="1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57" y="6428415"/>
            <a:ext cx="2360798" cy="688543"/>
          </a:xfrm>
          <a:prstGeom prst="rect">
            <a:avLst/>
          </a:prstGeom>
        </p:spPr>
      </p:pic>
      <p:sp>
        <p:nvSpPr>
          <p:cNvPr id="122" name="Text 117"/>
          <p:cNvSpPr/>
          <p:nvPr/>
        </p:nvSpPr>
        <p:spPr>
          <a:xfrm>
            <a:off x="5457322" y="6578285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63" y="6428415"/>
            <a:ext cx="2360889" cy="688543"/>
          </a:xfrm>
          <a:prstGeom prst="rect">
            <a:avLst/>
          </a:prstGeom>
        </p:spPr>
      </p:pic>
      <p:sp>
        <p:nvSpPr>
          <p:cNvPr id="124" name="Text 118"/>
          <p:cNvSpPr/>
          <p:nvPr/>
        </p:nvSpPr>
        <p:spPr>
          <a:xfrm>
            <a:off x="7818120" y="6578285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753" y="6428415"/>
            <a:ext cx="2360798" cy="688543"/>
          </a:xfrm>
          <a:prstGeom prst="rect">
            <a:avLst/>
          </a:prstGeom>
        </p:spPr>
      </p:pic>
      <p:sp>
        <p:nvSpPr>
          <p:cNvPr id="126" name="Text 119"/>
          <p:cNvSpPr/>
          <p:nvPr/>
        </p:nvSpPr>
        <p:spPr>
          <a:xfrm>
            <a:off x="10179009" y="6578285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6551" y="6428415"/>
            <a:ext cx="2360798" cy="688543"/>
          </a:xfrm>
          <a:prstGeom prst="rect">
            <a:avLst/>
          </a:prstGeom>
        </p:spPr>
      </p:pic>
      <p:sp>
        <p:nvSpPr>
          <p:cNvPr id="128" name="Text 120"/>
          <p:cNvSpPr/>
          <p:nvPr/>
        </p:nvSpPr>
        <p:spPr>
          <a:xfrm>
            <a:off x="12539807" y="6578285"/>
            <a:ext cx="2657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29" name="Shape 121"/>
          <p:cNvSpPr/>
          <p:nvPr/>
        </p:nvSpPr>
        <p:spPr>
          <a:xfrm>
            <a:off x="822960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896021" y="7284750"/>
            <a:ext cx="21954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E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320" dirty="0"/>
          </a:p>
        </p:txBody>
      </p:sp>
      <p:sp>
        <p:nvSpPr>
          <p:cNvPr id="131" name="Text 123"/>
          <p:cNvSpPr/>
          <p:nvPr/>
        </p:nvSpPr>
        <p:spPr>
          <a:xfrm>
            <a:off x="1188720" y="7284750"/>
            <a:ext cx="7210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已内置</a:t>
            </a:r>
            <a:endParaRPr lang="en-US" sz="1584" dirty="0"/>
          </a:p>
        </p:txBody>
      </p:sp>
      <p:sp>
        <p:nvSpPr>
          <p:cNvPr id="132" name="Shape 124"/>
          <p:cNvSpPr/>
          <p:nvPr/>
        </p:nvSpPr>
        <p:spPr>
          <a:xfrm>
            <a:off x="2033717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133" name="Text 125"/>
          <p:cNvSpPr/>
          <p:nvPr/>
        </p:nvSpPr>
        <p:spPr>
          <a:xfrm>
            <a:off x="2087027" y="7284750"/>
            <a:ext cx="2590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4EA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◐</a:t>
            </a:r>
            <a:endParaRPr lang="en-US" sz="1320" dirty="0"/>
          </a:p>
        </p:txBody>
      </p:sp>
      <p:sp>
        <p:nvSpPr>
          <p:cNvPr id="134" name="Text 126"/>
          <p:cNvSpPr/>
          <p:nvPr/>
        </p:nvSpPr>
        <p:spPr>
          <a:xfrm>
            <a:off x="2399477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优先使用</a:t>
            </a:r>
            <a:endParaRPr lang="en-US" sz="1584" dirty="0"/>
          </a:p>
        </p:txBody>
      </p:sp>
      <p:sp>
        <p:nvSpPr>
          <p:cNvPr id="135" name="Shape 127"/>
          <p:cNvSpPr/>
          <p:nvPr/>
        </p:nvSpPr>
        <p:spPr>
          <a:xfrm>
            <a:off x="3434578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6" name="Text 128"/>
          <p:cNvSpPr/>
          <p:nvPr/>
        </p:nvSpPr>
        <p:spPr>
          <a:xfrm>
            <a:off x="3507821" y="7284750"/>
            <a:ext cx="2192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320" dirty="0"/>
          </a:p>
        </p:txBody>
      </p:sp>
      <p:sp>
        <p:nvSpPr>
          <p:cNvPr id="137" name="Text 129"/>
          <p:cNvSpPr/>
          <p:nvPr/>
        </p:nvSpPr>
        <p:spPr>
          <a:xfrm>
            <a:off x="3800338" y="7284750"/>
            <a:ext cx="7210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不需要</a:t>
            </a:r>
            <a:endParaRPr lang="en-US" sz="1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6437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TAKEAWAY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0773278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944004"/>
            <a:ext cx="612648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7200" dirty="0">
                <a:solidFill>
                  <a:srgbClr val="2FE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1911782"/>
            <a:ext cx="2565898" cy="827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先锁设计</a:t>
            </a:r>
            <a:endParaRPr lang="en-US" sz="4920" dirty="0"/>
          </a:p>
        </p:txBody>
      </p:sp>
      <p:sp>
        <p:nvSpPr>
          <p:cNvPr id="10" name="Text 7"/>
          <p:cNvSpPr/>
          <p:nvPr/>
        </p:nvSpPr>
        <p:spPr>
          <a:xfrm>
            <a:off x="3297418" y="1911782"/>
            <a:ext cx="3184489" cy="827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再复刻实现</a:t>
            </a:r>
            <a:endParaRPr lang="en-US" sz="4920" dirty="0"/>
          </a:p>
        </p:txBody>
      </p:sp>
      <p:sp>
        <p:nvSpPr>
          <p:cNvPr id="11" name="Shape 8"/>
          <p:cNvSpPr/>
          <p:nvPr/>
        </p:nvSpPr>
        <p:spPr>
          <a:xfrm>
            <a:off x="822960" y="2909529"/>
            <a:ext cx="1066830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231398"/>
            <a:ext cx="8031998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它把个人网站制作从一次性盲写，改成可确认、可拆分、可对照 QA 的生产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822960" y="3597158"/>
            <a:ext cx="82296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流程。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822960" y="4326849"/>
            <a:ext cx="262097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Identity Skill / Sac-Y</a:t>
            </a:r>
            <a:endParaRPr lang="en-US" sz="1680" dirty="0"/>
          </a:p>
        </p:txBody>
      </p:sp>
      <p:sp>
        <p:nvSpPr>
          <p:cNvPr id="15" name="Text 12"/>
          <p:cNvSpPr/>
          <p:nvPr/>
        </p:nvSpPr>
        <p:spPr>
          <a:xfrm>
            <a:off x="3058485" y="4334439"/>
            <a:ext cx="10888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2026-07</a:t>
            </a:r>
            <a:endParaRPr lang="en-US" sz="1584" dirty="0"/>
          </a:p>
        </p:txBody>
      </p:sp>
      <p:sp>
        <p:nvSpPr>
          <p:cNvPr id="16" name="Shape 13"/>
          <p:cNvSpPr/>
          <p:nvPr/>
        </p:nvSpPr>
        <p:spPr>
          <a:xfrm>
            <a:off x="4060850" y="4349709"/>
            <a:ext cx="4492356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0850" y="4349709"/>
            <a:ext cx="11593" cy="2514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36141" y="4349709"/>
            <a:ext cx="4353641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2" spc="6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后续计划：更多 Agent、动效、更多风格、流程打磨。</a:t>
            </a:r>
            <a:endParaRPr lang="en-US" sz="14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Skill 项目介绍</dc:title>
  <dc:subject>Editable PPTX export</dc:subject>
  <dc:creator>DashiAI PPT</dc:creator>
  <cp:lastModifiedBy>DashiAI PPT</cp:lastModifiedBy>
  <cp:revision>1</cp:revision>
  <dcterms:created xsi:type="dcterms:W3CDTF">2026-07-09T17:11:07Z</dcterms:created>
  <dcterms:modified xsi:type="dcterms:W3CDTF">2026-07-09T17:11:07Z</dcterms:modified>
</cp:coreProperties>
</file>